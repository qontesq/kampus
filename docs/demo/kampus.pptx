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C: hook. Canvas for deadlines, LibCal for rooms, SEPTA for trains, Banner for courses. Students already ask AI everything, and none of it knows their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C: an MCP server, the open standard Claude and ChatGPT both speak, written in Rust. The middle layer is the difference: login, policy on every call, audit. Then hand to A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A, one line each card. Then hand to C for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C: a new school is one YAML file, a new capability is one folder. Free, open source and self-hosted. Your campus, inside the AI assistant you already use. That's kampus.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82296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2E2A36"/>
          </a:solidFill>
          <a:ln w="12700">
            <a:solidFill>
              <a:srgbClr val="4A45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9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apps. Six logins. Zero AI that knows your campus.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kampus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campus, inside the AI assistant you already use.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school-controlled connection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737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owl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31720" y="2286000"/>
            <a:ext cx="411480" cy="320040"/>
          </a:xfrm>
          <a:prstGeom prst="rightArrow">
            <a:avLst/>
          </a:prstGeom>
          <a:solidFill>
            <a:srgbClr val="C9C2CC"/>
          </a:solidFill>
          <a:ln w="12700">
            <a:solidFill>
              <a:srgbClr val="C9C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19202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325880"/>
            <a:ext cx="2834640" cy="2423160"/>
          </a:xfrm>
          <a:prstGeom prst="roundRect">
            <a:avLst>
              <a:gd name="adj" fmla="val 3774"/>
            </a:avLst>
          </a:prstGeom>
          <a:solidFill>
            <a:srgbClr val="9D2235"/>
          </a:solidFill>
          <a:ln w="12700">
            <a:solidFill>
              <a:srgbClr val="9D22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1325880"/>
            <a:ext cx="28346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login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on every call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52160" y="2286000"/>
            <a:ext cx="411480" cy="320040"/>
          </a:xfrm>
          <a:prstGeom prst="rightArrow">
            <a:avLst/>
          </a:prstGeom>
          <a:solidFill>
            <a:srgbClr val="C9C2CC"/>
          </a:solidFill>
          <a:ln w="12700">
            <a:solidFill>
              <a:srgbClr val="C9C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34440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234440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LibCal rooms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92808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892808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courses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551176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551176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SEPTA transit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209544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209544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(synthetic)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assistant sees which data, for which role: the school decides.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292608" cy="292608"/>
          </a:xfrm>
          <a:prstGeom prst="ellipse">
            <a:avLst/>
          </a:prstGeom>
          <a:solidFill>
            <a:srgbClr val="9D2235"/>
          </a:solidFill>
          <a:ln w="12700">
            <a:solidFill>
              <a:srgbClr val="9D22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898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public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47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3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and SJU library rooms, Banner courses, SEPTA trains, library hours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463040"/>
            <a:ext cx="292608" cy="292608"/>
          </a:xfrm>
          <a:prstGeom prst="ellipse">
            <a:avLst/>
          </a:prstGeom>
          <a:solidFill>
            <a:srgbClr val="9D2235"/>
          </a:solidFill>
          <a:ln w="12700">
            <a:solidFill>
              <a:srgbClr val="9D22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3898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personal data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847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3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and bookings are fake on purpose. No real student records, ever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54680"/>
            <a:ext cx="292608" cy="292608"/>
          </a:xfrm>
          <a:prstGeom prst="ellipse">
            <a:avLst/>
          </a:prstGeom>
          <a:solidFill>
            <a:srgbClr val="9D2235"/>
          </a:solidFill>
          <a:ln w="12700">
            <a:solidFill>
              <a:srgbClr val="9D22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0815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Rust, no unsafe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387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3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tests. Policy checked on every call, never by hiding tools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4EDEE"/>
          </a:solidFill>
          <a:ln w="12700">
            <a:solidFill>
              <a:srgbClr val="F4E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154680"/>
            <a:ext cx="292608" cy="292608"/>
          </a:xfrm>
          <a:prstGeom prst="ellipse">
            <a:avLst/>
          </a:prstGeom>
          <a:solidFill>
            <a:srgbClr val="9D2235"/>
          </a:solidFill>
          <a:ln w="12700">
            <a:solidFill>
              <a:srgbClr val="9D22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0815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own login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5387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3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through Keycloak, which Temple itself runs. Only approved assistants get personal 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kampus.study  ·  Cloudflare  ·  Gemini  ·  ElevenLabs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mcp.kampus.study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 per school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per feature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student records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campus, inside the AI assistant you already use.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kampus</dc:title>
  <dc:subject>PptxGenJS Presentation</dc:subject>
  <dc:creator>PptxGenJS</dc:creator>
  <cp:lastModifiedBy>PptxGenJS</cp:lastModifiedBy>
  <cp:revision>1</cp:revision>
  <dcterms:created xsi:type="dcterms:W3CDTF">2026-09-27T13:40:43Z</dcterms:created>
  <dcterms:modified xsi:type="dcterms:W3CDTF">2026-09-27T13:40:43Z</dcterms:modified>
</cp:coreProperties>
</file>